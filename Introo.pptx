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2" r:id="rId1"/>
  </p:sldMasterIdLst>
  <p:notesMasterIdLst>
    <p:notesMasterId r:id="rId9"/>
  </p:notesMasterIdLst>
  <p:sldIdLst>
    <p:sldId id="256" r:id="rId2"/>
    <p:sldId id="263" r:id="rId3"/>
    <p:sldId id="261" r:id="rId4"/>
    <p:sldId id="257" r:id="rId5"/>
    <p:sldId id="258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582"/>
  </p:normalViewPr>
  <p:slideViewPr>
    <p:cSldViewPr snapToGrid="0">
      <p:cViewPr varScale="1">
        <p:scale>
          <a:sx n="106" d="100"/>
          <a:sy n="106" d="100"/>
        </p:scale>
        <p:origin x="45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F0D58-9178-4D44-93B4-759F313E9E3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17B58-B088-A445-BA2C-126E1AD67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7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17B58-B088-A445-BA2C-126E1AD67F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3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87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566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01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13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8789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54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1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7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17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37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DA38F49-B3E2-4BF0-BEC7-C30D34ABBB8D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285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0B58-5A6E-37BA-4737-AC7648477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756072" cy="3727922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800" dirty="0">
                <a:solidFill>
                  <a:srgbClr val="00B0F0"/>
                </a:solidFill>
              </a:rPr>
              <a:t>Meeting Speech Analytics</a:t>
            </a:r>
            <a:br>
              <a:rPr lang="en-US" sz="5800" dirty="0">
                <a:solidFill>
                  <a:srgbClr val="00B0F0"/>
                </a:solidFill>
              </a:rPr>
            </a:br>
            <a:r>
              <a:rPr lang="en-US" sz="5800" dirty="0">
                <a:solidFill>
                  <a:srgbClr val="00B0F0"/>
                </a:solidFill>
              </a:rPr>
              <a:t>Using Vosk and Gemini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B55FB-2205-0150-CBDD-E97F0BB7B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 fontScale="85000" lnSpcReduction="20000"/>
          </a:bodyPr>
          <a:lstStyle/>
          <a:p>
            <a:r>
              <a:rPr lang="en-US" dirty="0"/>
              <a:t>Big Data Analysis</a:t>
            </a:r>
          </a:p>
          <a:p>
            <a:r>
              <a:rPr lang="en-US" dirty="0"/>
              <a:t>Birkbeck, University of London</a:t>
            </a:r>
          </a:p>
          <a:p>
            <a:r>
              <a:rPr lang="en-US" dirty="0"/>
              <a:t>Presented by: Team Pipeline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6EDF54E-3BC5-0CB5-5C29-BF073BFC84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07" r="1" b="18579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3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00"/>
    </mc:Choice>
    <mc:Fallback xmlns="">
      <p:transition spd="slow" advTm="17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25BB1-E97E-AE11-B05A-EABC3C71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5"/>
                </a:solidFill>
              </a:rPr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5BA04-D0AD-644D-67AD-A7727189C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Gary MURPHY</a:t>
            </a:r>
          </a:p>
          <a:p>
            <a:r>
              <a:rPr lang="en-GB" b="1" dirty="0"/>
              <a:t>Carys WILLIAMS</a:t>
            </a:r>
          </a:p>
          <a:p>
            <a:r>
              <a:rPr lang="en-GB" b="1" dirty="0"/>
              <a:t>Mei Len VORKEL</a:t>
            </a:r>
          </a:p>
          <a:p>
            <a:r>
              <a:rPr lang="en-GB" b="1" dirty="0"/>
              <a:t>Samuel WELDEMARIAM</a:t>
            </a:r>
          </a:p>
          <a:p>
            <a:r>
              <a:rPr lang="en-GB" b="1" dirty="0"/>
              <a:t>Toby LOCK </a:t>
            </a:r>
          </a:p>
          <a:p>
            <a:r>
              <a:rPr lang="en-GB" b="1" dirty="0"/>
              <a:t>William MCKENNA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21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00"/>
    </mc:Choice>
    <mc:Fallback xmlns="">
      <p:transition spd="slow" advTm="41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B250B-0DAF-00FC-54A1-F42D3804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5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27E8B-0F99-C122-C0B0-3A206DFA8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Speech data is unstructured</a:t>
            </a:r>
          </a:p>
          <a:p>
            <a:r>
              <a:rPr lang="en-US" dirty="0"/>
              <a:t>Manual analysis takes time</a:t>
            </a:r>
          </a:p>
          <a:p>
            <a:r>
              <a:rPr lang="en-US" dirty="0"/>
              <a:t>AI can automate transcription and analysis</a:t>
            </a:r>
          </a:p>
          <a:p>
            <a:r>
              <a:rPr lang="en-US" dirty="0"/>
              <a:t>The project converts speech into analytical data</a:t>
            </a:r>
          </a:p>
        </p:txBody>
      </p:sp>
    </p:spTree>
    <p:extLst>
      <p:ext uri="{BB962C8B-B14F-4D97-AF65-F5344CB8AC3E}">
        <p14:creationId xmlns:p14="http://schemas.microsoft.com/office/powerpoint/2010/main" val="47856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33"/>
    </mc:Choice>
    <mc:Fallback xmlns="">
      <p:transition spd="slow" advTm="1643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54726-CC2A-ABF6-55C3-CB22D5A2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5"/>
                </a:solidFill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EEA1F-8AA8-E88B-92D0-767F303E9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Record meeting speech</a:t>
            </a:r>
          </a:p>
          <a:p>
            <a:r>
              <a:rPr lang="en-US" dirty="0"/>
              <a:t>Transcribe audio using Vosk</a:t>
            </a:r>
          </a:p>
          <a:p>
            <a:r>
              <a:rPr lang="en-US" dirty="0"/>
              <a:t>Correct transcripts using Gemini AI</a:t>
            </a:r>
          </a:p>
          <a:p>
            <a:r>
              <a:rPr lang="en-US" dirty="0"/>
              <a:t>Store data in CSV format</a:t>
            </a:r>
          </a:p>
          <a:p>
            <a:r>
              <a:rPr lang="en-US" dirty="0"/>
              <a:t>Validate the dataset</a:t>
            </a:r>
          </a:p>
          <a:p>
            <a:r>
              <a:rPr lang="en-US" dirty="0"/>
              <a:t>Produce speaking analytics</a:t>
            </a:r>
          </a:p>
        </p:txBody>
      </p:sp>
    </p:spTree>
    <p:extLst>
      <p:ext uri="{BB962C8B-B14F-4D97-AF65-F5344CB8AC3E}">
        <p14:creationId xmlns:p14="http://schemas.microsoft.com/office/powerpoint/2010/main" val="109681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66"/>
    </mc:Choice>
    <mc:Fallback xmlns="">
      <p:transition spd="slow" advTm="1956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B7FD-7187-8EDC-A37B-17AE96A2A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5"/>
                </a:solidFill>
              </a:rPr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0E101-BF63-51C8-006D-EE0A2C48D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Record speech from speakers</a:t>
            </a:r>
          </a:p>
          <a:p>
            <a:r>
              <a:rPr lang="en-US" dirty="0"/>
              <a:t> Transcribe audio using Vosk</a:t>
            </a:r>
          </a:p>
          <a:p>
            <a:r>
              <a:rPr lang="en-US" dirty="0"/>
              <a:t> Correct transcript using Gemini AI</a:t>
            </a:r>
          </a:p>
          <a:p>
            <a:r>
              <a:rPr lang="en-US" dirty="0"/>
              <a:t> Generate CSV dataset</a:t>
            </a:r>
          </a:p>
          <a:p>
            <a:r>
              <a:rPr lang="en-US" dirty="0"/>
              <a:t> Validate the dataset</a:t>
            </a:r>
          </a:p>
          <a:p>
            <a:r>
              <a:rPr lang="en-US" dirty="0"/>
              <a:t> Produce analytics and insights</a:t>
            </a:r>
          </a:p>
        </p:txBody>
      </p:sp>
    </p:spTree>
    <p:extLst>
      <p:ext uri="{BB962C8B-B14F-4D97-AF65-F5344CB8AC3E}">
        <p14:creationId xmlns:p14="http://schemas.microsoft.com/office/powerpoint/2010/main" val="132037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66"/>
    </mc:Choice>
    <mc:Fallback xmlns="">
      <p:transition spd="slow" advTm="1946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9014-DEB6-9E4F-3D9E-38280184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5"/>
                </a:solidFill>
              </a:rPr>
              <a:t>Analytics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7CFB6-166F-698F-1358-FF3EFC695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speaking time</a:t>
            </a:r>
          </a:p>
          <a:p>
            <a:r>
              <a:rPr lang="en-US" dirty="0"/>
              <a:t> Average speaking time</a:t>
            </a:r>
          </a:p>
          <a:p>
            <a:r>
              <a:rPr lang="en-US" dirty="0"/>
              <a:t>Most active speaker</a:t>
            </a:r>
          </a:p>
          <a:p>
            <a:r>
              <a:rPr lang="en-US" dirty="0"/>
              <a:t>Speech rate analysis</a:t>
            </a:r>
          </a:p>
          <a:p>
            <a:r>
              <a:rPr lang="en-US" dirty="0"/>
              <a:t>Question detection</a:t>
            </a:r>
          </a:p>
          <a:p>
            <a:r>
              <a:rPr lang="en-US" dirty="0"/>
              <a:t>Top speakers by speaking time</a:t>
            </a:r>
          </a:p>
        </p:txBody>
      </p:sp>
    </p:spTree>
    <p:extLst>
      <p:ext uri="{BB962C8B-B14F-4D97-AF65-F5344CB8AC3E}">
        <p14:creationId xmlns:p14="http://schemas.microsoft.com/office/powerpoint/2010/main" val="70926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12"/>
    </mc:Choice>
    <mc:Fallback xmlns="">
      <p:transition spd="slow" advTm="1811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472E-466E-453D-D7CC-4C5538EA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5"/>
                </a:solidFill>
              </a:rPr>
              <a:t>Next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EEE47-53B4-3BB1-E39A-8CEB22CDC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team members will now explain the individual stages of the pipeline and demonstrate their parts in more detail.</a:t>
            </a:r>
          </a:p>
        </p:txBody>
      </p:sp>
    </p:spTree>
    <p:extLst>
      <p:ext uri="{BB962C8B-B14F-4D97-AF65-F5344CB8AC3E}">
        <p14:creationId xmlns:p14="http://schemas.microsoft.com/office/powerpoint/2010/main" val="289039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05"/>
    </mc:Choice>
    <mc:Fallback xmlns="">
      <p:transition spd="slow" advTm="13705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1517</TotalTime>
  <Words>159</Words>
  <Application>Microsoft Macintosh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MS Shell Dlg 2</vt:lpstr>
      <vt:lpstr>Wingdings</vt:lpstr>
      <vt:lpstr>Wingdings 3</vt:lpstr>
      <vt:lpstr>Madison</vt:lpstr>
      <vt:lpstr>Meeting Speech Analytics Using Vosk and Gemini AI</vt:lpstr>
      <vt:lpstr>Team Members</vt:lpstr>
      <vt:lpstr>Introduction</vt:lpstr>
      <vt:lpstr>Project Objective</vt:lpstr>
      <vt:lpstr>Project Workflow</vt:lpstr>
      <vt:lpstr>Analytics Output</vt:lpstr>
      <vt:lpstr>Next Sections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Weldemariam</dc:creator>
  <cp:lastModifiedBy>Samuel Weldemariam</cp:lastModifiedBy>
  <cp:revision>4</cp:revision>
  <dcterms:created xsi:type="dcterms:W3CDTF">2026-05-18T18:42:01Z</dcterms:created>
  <dcterms:modified xsi:type="dcterms:W3CDTF">2026-05-19T20:38:24Z</dcterms:modified>
</cp:coreProperties>
</file>